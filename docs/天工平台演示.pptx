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天工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SkyEngine: A Simulation-Scheduling Integrated FMS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仿真-调度一体化的柔性制造算法平台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Background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传统调度系统的结构性问题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算法与业务强耦合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多目标与动态性不足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仿真与真实执行割裂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算法研究难以工程化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通过"算法环境层 × 服务层"两层架构，将调度算法工程化、平台化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目标定位: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高保真仿真为验证闭环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从离线求解器到生产决策系统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面向智能制造与数字孪生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- Two-Layer Decoupled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(Service Layer)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前端: Vue3 + Element Plus + ECharts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后端: FastAPI (REST API + SSE)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实时可视化与状态监控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算法/执行器层 (Algorithm Layer)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调度组件: JobSolver, Assigner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路径组件: A*, Greedy, MAPF-GPT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仿真环境: GridFactory, PacketFactory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服务层不关心算法实现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算法层完全独立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397764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算法层不依赖业务接口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通过稳定的接口交互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97764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环境即组件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可并行对比、快速替换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397764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仿真即验证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支持异常注入与动态扰动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FactoryProxy 统一接口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Interface for All Factory Environments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生命周期控制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initialize() - 初始化环境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 - 启动仿真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pause() - 暂停仿真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reset() - 重置环境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stop() - 停止仿真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状态获取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get_state_snapshot()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get_metrics_snapshot()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get_state_events()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ProxyFactory 注册机制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1: 实现 BaseFactoryProxy 接口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2: 使用 @ProxyFactory.register_proxy 装饰器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3: 通过 ProxyFactory.create() 动态创建代理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仿真环境 A: GridFactory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Grid-based Simulation for JSSP + MAPF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Pogema 底层网格引擎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空间均匀离散化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网格步进式移动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支持障碍物/机器/AGV 配置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格式状态快照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MAPF 路径规划研究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JSSP 调度研究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强化学习训练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先验知识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空间先验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网格尺寸、障碍物分布、边界约束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机器先验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网格坐标位置、加工能力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任务先验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工序数量、工序顺序、机器约束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886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AGV先验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初始位置、感知半径、移动能力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仿真环境 B: PacketFactory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Simulation for Real FMS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拓扑图空间表示（非均匀）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 沿边跳转移动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三文件配置体系 (YAML)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完整事件驱动机制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配置文件体系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map_config.yaml - 地图布局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job_config.yaml - 任务定义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event_config.yaml - 事件类型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支持的事件类型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AGV_FAIL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 故障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37947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MACHINE_FAIL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机器故障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37947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JOB_ADD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7947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ENV_PAUSED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环境暂停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37947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ENV_RECOVER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环境恢复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仿真引擎与系统的交互统一性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Environment Extension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核心观点：不同仿真环境通过 FactoryProxy 统一接口接入系统，实现"即插即用"的扩展能力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扩展能力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新增仿真环境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仅新增 Proxy 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6974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新增调度算法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仅新增 Solver 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新增分配策略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仅新增 Assigner 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6974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新增事件类型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仅新增 Event 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设计优势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服务层代码零改动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前端可视化组件复用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算法组件跨环境通用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环境选择指南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4023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MAPF研究 → GridFactory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柔性产线 → PacketFactory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 → GridFactory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实际系统演示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Demonstration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访问系统 (localhost:5173)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选择工厂环境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初始化渲染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启动仿真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调整速度/暂停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862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添加任务/查看进度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演示亮点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SSE推送，毫秒级响应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支持运行时暂停AGV/机器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200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支持上传自定义YAML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886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实时渲染，进度清晰可见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Future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系统核心价值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算法工程化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仿真验证闭环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环境可插拔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组件可替换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两层解耦架构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FactoryProxy 统一接口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Coordinator 三层决策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多环境支持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事件驱动机制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项目名称: SkyEngine（天工）  |  许可证: Apache 2.0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https://github.com/dayu-autostreamer/skyengine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联系方式: lxie@nju.edu.cn | wuhao@smail.nju.edu.cn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天工：仿真-调度一体化的柔性制造算法平台</dc:title>
  <dc:subject>SkyEngine Platform Presentation</dc:subject>
  <dc:creator>SkyEngine Team</dc:creator>
  <cp:lastModifiedBy>SkyEngine Team</cp:lastModifiedBy>
  <cp:revision>1</cp:revision>
  <dcterms:created xsi:type="dcterms:W3CDTF">2026-03-26T02:59:50Z</dcterms:created>
  <dcterms:modified xsi:type="dcterms:W3CDTF">2026-03-26T02:59:50Z</dcterms:modified>
</cp:coreProperties>
</file>